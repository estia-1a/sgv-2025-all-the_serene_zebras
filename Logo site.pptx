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EAA10D-6F87-D806-6E35-938B484F9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3AAC808-8C2B-4EE5-2E96-DE4DA2711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81A0C8-A408-A2C0-2C47-AC3E3E00E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0471F-69E8-4EEB-8DC4-83E4F8FE62C5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93A388-11B2-31D0-5DA0-771A7EDCB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FFD2BB-9FA9-ABF7-6504-EABEE4F4D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5450-CC60-4F21-8C09-E2C25D2312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793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6616CF-D833-6B94-826C-6D765D2A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BBBC0F-5209-C0B5-99F0-A71AAA673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7F3480-03E2-AEB8-6923-A10F2E971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0471F-69E8-4EEB-8DC4-83E4F8FE62C5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3FA339-F792-69CF-E360-E59005E4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8C7B4C-7741-76DB-CDAA-7A14B056B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5450-CC60-4F21-8C09-E2C25D2312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23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4364AB-F949-249F-3DBB-437677C16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6EDB2D-AD2B-C72C-71D7-EC6C9FE5E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4E951F-41FF-6CB6-1910-55EB4F9D9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0471F-69E8-4EEB-8DC4-83E4F8FE62C5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172E50-54D3-AFC1-4C35-29FC883DE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FFF084-64FF-B174-B586-64470F963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5450-CC60-4F21-8C09-E2C25D2312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424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B29E3C-1081-61DD-53AF-DEA4E4EDB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B472A9-A534-DE5C-0CF7-4E76572EF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020CAE7-DE13-C2B8-EFED-D866F117C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48F6316-671A-B917-09E4-3C268DEFF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0471F-69E8-4EEB-8DC4-83E4F8FE62C5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48713A-3EDA-E884-8161-E3AED777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5B5929-E8AA-F13D-1823-CFA309052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5450-CC60-4F21-8C09-E2C25D2312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240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807E61-986C-A94F-EAFE-318D28E9D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A2D44D7-010E-525D-9F78-A2200B85E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328FD9F-1EBA-B2F5-D694-E0886DBF8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4DE2B74-F872-5E82-08E9-93008B528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D444C30-E89B-1797-005E-3851A8B72A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125FBAD-BDF2-0EBC-557C-35F5C9BE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0471F-69E8-4EEB-8DC4-83E4F8FE62C5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FB72E28-D5DC-BE66-CB51-E360E8CD0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2D757AD-5CD9-1882-88CC-E57799C10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5450-CC60-4F21-8C09-E2C25D2312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1952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EA2BA2-67C2-54C6-F336-D34605D9E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DE1E124-FEFB-2C81-AD9A-3C3EE4D2C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0471F-69E8-4EEB-8DC4-83E4F8FE62C5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AA5B99A-B3C6-1ADB-C42D-34345D41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F61685-4C73-E993-EC8E-8FC82A04E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5450-CC60-4F21-8C09-E2C25D2312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1038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FE1AD95-5986-9933-F0BD-C258948C6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0471F-69E8-4EEB-8DC4-83E4F8FE62C5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BB2B1FD-B447-1248-738C-285C7F357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098A5F-3B1B-F35F-A073-6767D15B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5450-CC60-4F21-8C09-E2C25D2312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784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73F7A2-BE68-0E43-F41A-227D3D77A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65ADEE-E795-D0B6-A1CD-E11A11882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6987F73-C717-0424-4144-6D2133965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DF3CF0-C7FE-2CC8-3CA8-A6DE04D6E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0471F-69E8-4EEB-8DC4-83E4F8FE62C5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15818B2-ABE7-A1FD-EE63-6F031A18F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BA77FE3-8CDC-C5DF-BF43-FB87619B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5450-CC60-4F21-8C09-E2C25D2312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3138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E47B3B-6D6B-9549-3561-C0611A6CD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CCEBF2B-3546-EC13-DCA1-8CF771291A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1DE7400-6E16-2838-07C3-0DB098E7DD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3A028FF-94FD-E01C-B2E7-35F82339A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0471F-69E8-4EEB-8DC4-83E4F8FE62C5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FAFAF81-04B7-89E9-5AC0-88DE4CCB2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D37D80-E6A6-0952-83A6-ADFEFDF81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5450-CC60-4F21-8C09-E2C25D2312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96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550C50-13D8-183D-E8E0-43F55581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E70793-C705-F961-107E-784A06968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BC87F7-1876-6974-ACA9-651A2017B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0471F-69E8-4EEB-8DC4-83E4F8FE62C5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137FB9-9CAA-7C6F-A055-170462775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D36DC7-5755-75A4-754A-BE83DDF5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5450-CC60-4F21-8C09-E2C25D2312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1987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928AA45-E110-8F57-047D-36B9F07247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A282BE6-8FEE-94AE-CA71-6C33A4447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D4872F-9A00-630B-411C-1696969FE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0471F-69E8-4EEB-8DC4-83E4F8FE62C5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70E4CB-DE0F-F268-5766-FEF96F6C3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B6F94B-610E-ADF0-1D0A-792ABB71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5450-CC60-4F21-8C09-E2C25D2312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05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A501081-190A-FED8-3061-7F5770F9E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A1D316-E1A9-DFA5-DA6E-D8953990C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3C6C3C-86CE-8F66-B2DD-FD3B043949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00471F-69E8-4EEB-8DC4-83E4F8FE62C5}" type="datetimeFigureOut">
              <a:rPr lang="fr-FR" smtClean="0"/>
              <a:t>29/11/2025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A40DD4-2638-6508-96E6-6915E1978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E2BD382-6EF4-1B06-238F-7C727BBE8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975450-CC60-4F21-8C09-E2C25D23127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578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D15C9C00-233A-DFE1-6A3D-8C048BC5B93B}"/>
              </a:ext>
            </a:extLst>
          </p:cNvPr>
          <p:cNvSpPr/>
          <p:nvPr/>
        </p:nvSpPr>
        <p:spPr>
          <a:xfrm>
            <a:off x="2226733" y="2218268"/>
            <a:ext cx="2905760" cy="182879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 err="1">
                <a:solidFill>
                  <a:srgbClr val="92D050"/>
                </a:solidFill>
                <a:latin typeface="Ink Free" panose="03080402000500000000" pitchFamily="66" charset="0"/>
                <a:cs typeface="Dreaming Outloud Script Pro" panose="020F0502020204030204" pitchFamily="66" charset="0"/>
              </a:rPr>
              <a:t>plateFORME</a:t>
            </a:r>
            <a:endParaRPr lang="fr-FR" sz="3600" b="1" dirty="0">
              <a:solidFill>
                <a:srgbClr val="92D050"/>
              </a:solidFill>
              <a:latin typeface="Ink Free" panose="03080402000500000000" pitchFamily="66" charset="0"/>
              <a:cs typeface="Dreaming Outloud Script Pro" panose="020F0502020204030204" pitchFamily="66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60263C-EF1C-6094-7C28-02F173C8A334}"/>
              </a:ext>
            </a:extLst>
          </p:cNvPr>
          <p:cNvSpPr/>
          <p:nvPr/>
        </p:nvSpPr>
        <p:spPr>
          <a:xfrm>
            <a:off x="6849533" y="3428999"/>
            <a:ext cx="3826934" cy="736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400" b="1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cs typeface="Dreaming Outloud Script Pro" panose="020F0502020204030204" pitchFamily="66" charset="0"/>
              </a:rPr>
              <a:t>plateFORME</a:t>
            </a:r>
            <a:endParaRPr lang="fr-FR" sz="2000" b="1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  <a:cs typeface="Dreaming Outloud Script Pro" panose="020F050202020403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1274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</Words>
  <Application>Microsoft Office PowerPoint</Application>
  <PresentationFormat>Grand écran</PresentationFormat>
  <Paragraphs>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Bookman Old Style</vt:lpstr>
      <vt:lpstr>Ink Free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Coralie ARGAIN ECHAÏDE</dc:creator>
  <cp:lastModifiedBy>Coralie ARGAIN ECHAÏDE</cp:lastModifiedBy>
  <cp:revision>4</cp:revision>
  <dcterms:created xsi:type="dcterms:W3CDTF">2025-11-29T10:09:13Z</dcterms:created>
  <dcterms:modified xsi:type="dcterms:W3CDTF">2025-11-29T11:23:46Z</dcterms:modified>
</cp:coreProperties>
</file>